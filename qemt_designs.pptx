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6D08D-8C96-F13C-9BE9-BD817FD7A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049214-160C-7BFC-AA86-E5FCF8EF9F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D72E8-854C-A720-51C7-A68BC6C2C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ABDF-2FE6-40F3-ADA0-71A692FDE915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C06EF-3F28-D8C7-922A-888F1E32E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6BB28-0502-8611-6324-FFFCC9F4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6FD63-BB11-41DC-8DC8-D6EDEACEC9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4669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3760F-FBD2-59A9-0E34-068156035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02B04-6802-C42F-6932-851A49C85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3EE58-5977-8F37-8FDD-6CCC80D64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ABDF-2FE6-40F3-ADA0-71A692FDE915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D4B76-0C67-3147-17B7-A9F335B3F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D5B33-AB35-3B4D-A64F-54A1C379B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6FD63-BB11-41DC-8DC8-D6EDEACEC9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2237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4ACFC-2A6C-951A-0FFD-595EB4ED5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7F180-73A6-A968-DD1F-A87F9C39A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06180-64B3-FD20-0F25-C87EB1C86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ABDF-2FE6-40F3-ADA0-71A692FDE915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262D3-1F87-5A06-8B1F-EC532CE68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82357-E374-19B3-9D03-BEB5FEFBE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6FD63-BB11-41DC-8DC8-D6EDEACEC9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2848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7836B-C2B2-FEA8-352C-98250C735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F602B-3071-71B9-36F7-B0CAA7481E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10ACF2-8033-77E9-CBFF-94D37CEEC9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F170E-51BD-3C8B-FB50-FE72968FE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ABDF-2FE6-40F3-ADA0-71A692FDE915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49BE4C-CF26-2147-1358-76F725F27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81907-5687-3959-58AC-1EF797AB1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6FD63-BB11-41DC-8DC8-D6EDEACEC9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5826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5FB48-613F-1F3A-9399-6B0CF28C2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22FA0-9A1C-8877-CCE5-F17FEAFE4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ED0D1-B316-B657-F10F-B798B916C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A64838-7961-1273-6D55-82DA1343B3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116595-675A-9FCF-D050-D3BA4A2C45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6EE1CA-AC2D-C8EF-FE21-F5701D3E8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ABDF-2FE6-40F3-ADA0-71A692FDE915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8A9BB8-AB6C-3C86-0BA4-8CE6830DA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BBA3E2-38EC-547C-7B11-E8D5D904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6FD63-BB11-41DC-8DC8-D6EDEACEC9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631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90607-C856-48FF-FF08-FAC7BFE9B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7D2FC5-5F02-1A80-A594-FBE47415D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ABDF-2FE6-40F3-ADA0-71A692FDE915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C35F0C-2CFF-4BFC-38FC-4EFCE177A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B2E779-D93B-9F69-0D10-39016A60E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6FD63-BB11-41DC-8DC8-D6EDEACEC9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857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B57AC-EF58-7390-55C8-DCB8AD5A6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ABDF-2FE6-40F3-ADA0-71A692FDE915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74F4DB-EAA1-33B6-D501-E770CFEEE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F107D-A62A-EB24-0239-04D739EBC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6FD63-BB11-41DC-8DC8-D6EDEACEC9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4642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EFF5E-B852-2470-3C12-5134FE73E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0FACA-D660-D2B3-EF80-89BBDCF55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176ADC-BC33-A992-35CC-E9003CF65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FD9C6-CE29-2A4C-2CD2-F4E9EBC95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ABDF-2FE6-40F3-ADA0-71A692FDE915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C3724-C128-8415-0BBB-33D005125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C1CE5B-88A8-E085-C0DA-7871199C6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6FD63-BB11-41DC-8DC8-D6EDEACEC9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2166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0BD37-2E31-2EE9-F55E-E668621FF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E1A2B-DBF8-135F-531E-F523A005A4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DB71F0-C6AB-9EC2-14FD-40274C4CE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1FC44-F9BC-A219-6388-B2490E881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ABDF-2FE6-40F3-ADA0-71A692FDE915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182BE-7532-DBD0-8359-A7798B0A8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192453-72EA-0FF0-F987-B0992CD7A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6FD63-BB11-41DC-8DC8-D6EDEACEC9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8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3A84F-6869-8934-BC68-45167EFA2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A479E6-ABAA-AE6B-8D28-8D607B611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F2DDF-9BDA-FB16-B88E-B7FDE73F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ABDF-2FE6-40F3-ADA0-71A692FDE915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8701D-0FBA-7466-1AC7-1EDA443AA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BA062-9742-D15C-B93C-BE8545458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6FD63-BB11-41DC-8DC8-D6EDEACEC9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4841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479484-E810-D1AC-39E9-FCFA4CFD45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631D43-851B-8FD3-161D-B1D8E0687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39CF1-1B09-5CBA-0C16-B35040A35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ABDF-2FE6-40F3-ADA0-71A692FDE915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3BC37-5890-3BFF-D90E-00186F756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6E790-048A-6E97-99A2-DE2C9D4D0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6FD63-BB11-41DC-8DC8-D6EDEACEC9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2903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F43D80-178C-08E1-6A62-128F97788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7EC9F-77B7-7568-AB56-10B4796C6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2C970-64CA-0567-AF60-974D8CEA55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8BABDF-2FE6-40F3-ADA0-71A692FDE915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7D1B3-21A1-C2CA-3D7C-CA3797B39C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7E165-2E40-5DBF-43CC-8F9A9CDC8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46FD63-BB11-41DC-8DC8-D6EDEACEC9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698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3D807B7E-5A6D-2349-2ACD-00ADD99E5945}"/>
              </a:ext>
            </a:extLst>
          </p:cNvPr>
          <p:cNvGrpSpPr/>
          <p:nvPr/>
        </p:nvGrpSpPr>
        <p:grpSpPr>
          <a:xfrm>
            <a:off x="6113420" y="453840"/>
            <a:ext cx="5786284" cy="5786284"/>
            <a:chOff x="3202858" y="535858"/>
            <a:chExt cx="5786284" cy="578628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600ADE1-20F5-AA80-836F-925A7CEF418C}"/>
                </a:ext>
              </a:extLst>
            </p:cNvPr>
            <p:cNvSpPr/>
            <p:nvPr/>
          </p:nvSpPr>
          <p:spPr>
            <a:xfrm>
              <a:off x="3202858" y="535858"/>
              <a:ext cx="5786284" cy="578628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561192D-3C83-77E7-1B4B-A4F4FEE01848}"/>
                </a:ext>
              </a:extLst>
            </p:cNvPr>
            <p:cNvSpPr/>
            <p:nvPr/>
          </p:nvSpPr>
          <p:spPr>
            <a:xfrm>
              <a:off x="3569110" y="902110"/>
              <a:ext cx="5053780" cy="50537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A463A08-68BD-BCEB-25BD-681BE58A4D8A}"/>
                </a:ext>
              </a:extLst>
            </p:cNvPr>
            <p:cNvSpPr txBox="1"/>
            <p:nvPr/>
          </p:nvSpPr>
          <p:spPr>
            <a:xfrm rot="4652751">
              <a:off x="3441291" y="734961"/>
              <a:ext cx="5309418" cy="5388078"/>
            </a:xfrm>
            <a:prstGeom prst="rect">
              <a:avLst/>
            </a:prstGeom>
            <a:noFill/>
          </p:spPr>
          <p:txBody>
            <a:bodyPr wrap="square" rtlCol="0">
              <a:prstTxWarp prst="textCircle">
                <a:avLst>
                  <a:gd name="adj" fmla="val 10995857"/>
                </a:avLst>
              </a:prstTxWarp>
              <a:spAutoFit/>
            </a:bodyPr>
            <a:lstStyle/>
            <a:p>
              <a:r>
                <a:rPr lang="en-GB" spc="300" dirty="0">
                  <a:highlight>
                    <a:srgbClr val="FFFF00"/>
                  </a:highlight>
                </a:rPr>
                <a:t>HOME</a:t>
              </a:r>
              <a:r>
                <a:rPr lang="en-GB" spc="300" dirty="0"/>
                <a:t>   A B C D E F G H I J K L M N O P Q R S T U V W X Y Z 0 1 2 3 4 5 6 7 8 9 ! £ $ % &amp; * ( ) - + = : ; @ # ~ [ ] { } , . &lt; &gt; \ | / ? ` ¬ ¦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5113C85-01FF-5CF3-AD5B-BF09061B7CEF}"/>
                </a:ext>
              </a:extLst>
            </p:cNvPr>
            <p:cNvSpPr/>
            <p:nvPr/>
          </p:nvSpPr>
          <p:spPr>
            <a:xfrm>
              <a:off x="5439697" y="2772697"/>
              <a:ext cx="1312606" cy="1312606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0AB3FA8-5DD4-920E-8881-B67FB1FC21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1120877"/>
              <a:ext cx="0" cy="230812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DE2E27A-1450-CCD9-0CA5-F06436443D1B}"/>
              </a:ext>
            </a:extLst>
          </p:cNvPr>
          <p:cNvGrpSpPr/>
          <p:nvPr/>
        </p:nvGrpSpPr>
        <p:grpSpPr>
          <a:xfrm>
            <a:off x="292296" y="607500"/>
            <a:ext cx="5684620" cy="1542740"/>
            <a:chOff x="215389" y="820092"/>
            <a:chExt cx="5684620" cy="1542740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E0A1CA2B-7479-8022-00B9-8CFCEBB2ADE7}"/>
                </a:ext>
              </a:extLst>
            </p:cNvPr>
            <p:cNvGrpSpPr/>
            <p:nvPr/>
          </p:nvGrpSpPr>
          <p:grpSpPr>
            <a:xfrm>
              <a:off x="1121748" y="820092"/>
              <a:ext cx="2898710" cy="1542740"/>
              <a:chOff x="93410" y="206479"/>
              <a:chExt cx="2898710" cy="1542740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643FCA0F-B90F-AD46-6D3A-51D156D0B107}"/>
                  </a:ext>
                </a:extLst>
              </p:cNvPr>
              <p:cNvSpPr/>
              <p:nvPr/>
            </p:nvSpPr>
            <p:spPr>
              <a:xfrm>
                <a:off x="93410" y="206479"/>
                <a:ext cx="2898710" cy="1542740"/>
              </a:xfrm>
              <a:prstGeom prst="roundRect">
                <a:avLst>
                  <a:gd name="adj" fmla="val 8333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943EE080-1D1A-B2C3-CF47-69EE7EE3A794}"/>
                  </a:ext>
                </a:extLst>
              </p:cNvPr>
              <p:cNvSpPr/>
              <p:nvPr/>
            </p:nvSpPr>
            <p:spPr>
              <a:xfrm>
                <a:off x="557519" y="255767"/>
                <a:ext cx="347180" cy="34718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FA9C8CB-8EC5-C909-AC52-9F5EFD68B9C5}"/>
                  </a:ext>
                </a:extLst>
              </p:cNvPr>
              <p:cNvSpPr/>
              <p:nvPr/>
            </p:nvSpPr>
            <p:spPr>
              <a:xfrm>
                <a:off x="960937" y="255767"/>
                <a:ext cx="347180" cy="34718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8DBE30E-4254-73CF-69A3-1E8CBF8BD0DA}"/>
                  </a:ext>
                </a:extLst>
              </p:cNvPr>
              <p:cNvSpPr/>
              <p:nvPr/>
            </p:nvSpPr>
            <p:spPr>
              <a:xfrm>
                <a:off x="1364355" y="255767"/>
                <a:ext cx="347180" cy="34718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121BF71-68DF-06B3-441D-F1C073893032}"/>
                  </a:ext>
                </a:extLst>
              </p:cNvPr>
              <p:cNvSpPr/>
              <p:nvPr/>
            </p:nvSpPr>
            <p:spPr>
              <a:xfrm>
                <a:off x="1767773" y="255767"/>
                <a:ext cx="347180" cy="34718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04602028-FA8B-3406-E9C6-791E219BD4F6}"/>
                  </a:ext>
                </a:extLst>
              </p:cNvPr>
              <p:cNvSpPr/>
              <p:nvPr/>
            </p:nvSpPr>
            <p:spPr>
              <a:xfrm>
                <a:off x="2171191" y="255767"/>
                <a:ext cx="347180" cy="34718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753266D-A218-D0F0-34E4-5E95B11DD601}"/>
                  </a:ext>
                </a:extLst>
              </p:cNvPr>
              <p:cNvSpPr/>
              <p:nvPr/>
            </p:nvSpPr>
            <p:spPr>
              <a:xfrm>
                <a:off x="2574609" y="255767"/>
                <a:ext cx="347180" cy="34718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4B40BA3C-7F2A-16FD-B26C-0BA8A744D7F3}"/>
                  </a:ext>
                </a:extLst>
              </p:cNvPr>
              <p:cNvGrpSpPr/>
              <p:nvPr/>
            </p:nvGrpSpPr>
            <p:grpSpPr>
              <a:xfrm>
                <a:off x="154101" y="255767"/>
                <a:ext cx="347180" cy="347180"/>
                <a:chOff x="154101" y="255767"/>
                <a:chExt cx="347180" cy="347180"/>
              </a:xfrm>
            </p:grpSpPr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B7501E09-AF27-A231-4C3E-25C5F9E58296}"/>
                    </a:ext>
                  </a:extLst>
                </p:cNvPr>
                <p:cNvSpPr/>
                <p:nvPr/>
              </p:nvSpPr>
              <p:spPr>
                <a:xfrm>
                  <a:off x="154101" y="255767"/>
                  <a:ext cx="347180" cy="3471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5DAADA5C-852C-C465-B945-513ED7186247}"/>
                    </a:ext>
                  </a:extLst>
                </p:cNvPr>
                <p:cNvCxnSpPr>
                  <a:stCxn id="14" idx="4"/>
                </p:cNvCxnSpPr>
                <p:nvPr/>
              </p:nvCxnSpPr>
              <p:spPr>
                <a:xfrm flipH="1" flipV="1">
                  <a:off x="323850" y="384810"/>
                  <a:ext cx="3841" cy="21813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BEE5B106-8C7F-1BCB-5FFE-5013E2429220}"/>
                  </a:ext>
                </a:extLst>
              </p:cNvPr>
              <p:cNvCxnSpPr/>
              <p:nvPr/>
            </p:nvCxnSpPr>
            <p:spPr>
              <a:xfrm flipH="1" flipV="1">
                <a:off x="729188" y="384810"/>
                <a:ext cx="3841" cy="21813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46025A7B-B345-AD0A-604F-03ABB2B6DA23}"/>
                  </a:ext>
                </a:extLst>
              </p:cNvPr>
              <p:cNvCxnSpPr/>
              <p:nvPr/>
            </p:nvCxnSpPr>
            <p:spPr>
              <a:xfrm flipH="1" flipV="1">
                <a:off x="1134527" y="384810"/>
                <a:ext cx="3841" cy="21813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95A3C1F6-1D2A-6AAF-0AA9-90E38826DDC4}"/>
                  </a:ext>
                </a:extLst>
              </p:cNvPr>
              <p:cNvCxnSpPr/>
              <p:nvPr/>
            </p:nvCxnSpPr>
            <p:spPr>
              <a:xfrm flipH="1" flipV="1">
                <a:off x="1534104" y="384810"/>
                <a:ext cx="3841" cy="21813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030F9B73-0909-84DF-5BD7-54162FE0955D}"/>
                  </a:ext>
                </a:extLst>
              </p:cNvPr>
              <p:cNvCxnSpPr/>
              <p:nvPr/>
            </p:nvCxnSpPr>
            <p:spPr>
              <a:xfrm flipH="1" flipV="1">
                <a:off x="1939442" y="384810"/>
                <a:ext cx="3841" cy="21813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69B8BCBA-3BCF-4004-4BD6-189D27E02A5C}"/>
                  </a:ext>
                </a:extLst>
              </p:cNvPr>
              <p:cNvCxnSpPr/>
              <p:nvPr/>
            </p:nvCxnSpPr>
            <p:spPr>
              <a:xfrm flipH="1" flipV="1">
                <a:off x="2340940" y="384810"/>
                <a:ext cx="3841" cy="21813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9BF29B7E-99EA-7D8B-B908-6141099CBCBF}"/>
                  </a:ext>
                </a:extLst>
              </p:cNvPr>
              <p:cNvCxnSpPr/>
              <p:nvPr/>
            </p:nvCxnSpPr>
            <p:spPr>
              <a:xfrm flipH="1" flipV="1">
                <a:off x="2748199" y="384810"/>
                <a:ext cx="3841" cy="21813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38758ECF-5C94-93B6-FBDC-D86618F1DC35}"/>
                  </a:ext>
                </a:extLst>
              </p:cNvPr>
              <p:cNvGrpSpPr/>
              <p:nvPr/>
            </p:nvGrpSpPr>
            <p:grpSpPr>
              <a:xfrm>
                <a:off x="154101" y="672962"/>
                <a:ext cx="347180" cy="347180"/>
                <a:chOff x="154101" y="255767"/>
                <a:chExt cx="347180" cy="347180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5CD880AB-A9B0-B000-1530-70A431F5055A}"/>
                    </a:ext>
                  </a:extLst>
                </p:cNvPr>
                <p:cNvSpPr/>
                <p:nvPr/>
              </p:nvSpPr>
              <p:spPr>
                <a:xfrm>
                  <a:off x="154101" y="255767"/>
                  <a:ext cx="347180" cy="3471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39A3D892-E84E-158B-4C5E-EA490D6A8566}"/>
                    </a:ext>
                  </a:extLst>
                </p:cNvPr>
                <p:cNvCxnSpPr>
                  <a:cxnSpLocks/>
                  <a:stCxn id="31" idx="7"/>
                </p:cNvCxnSpPr>
                <p:nvPr/>
              </p:nvCxnSpPr>
              <p:spPr>
                <a:xfrm flipH="1">
                  <a:off x="295275" y="306610"/>
                  <a:ext cx="155163" cy="152495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FD5E7BB1-BA06-2BA6-4DDA-22C991FEAE4F}"/>
                  </a:ext>
                </a:extLst>
              </p:cNvPr>
              <p:cNvGrpSpPr/>
              <p:nvPr/>
            </p:nvGrpSpPr>
            <p:grpSpPr>
              <a:xfrm>
                <a:off x="557519" y="672962"/>
                <a:ext cx="347180" cy="347180"/>
                <a:chOff x="154101" y="255767"/>
                <a:chExt cx="347180" cy="347180"/>
              </a:xfrm>
            </p:grpSpPr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CB81B037-177B-5549-CB97-0F02CE8A066E}"/>
                    </a:ext>
                  </a:extLst>
                </p:cNvPr>
                <p:cNvSpPr/>
                <p:nvPr/>
              </p:nvSpPr>
              <p:spPr>
                <a:xfrm>
                  <a:off x="154101" y="255767"/>
                  <a:ext cx="347180" cy="3471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2881A0CA-C2C2-9312-A51A-BBAEB98A1A54}"/>
                    </a:ext>
                  </a:extLst>
                </p:cNvPr>
                <p:cNvCxnSpPr>
                  <a:cxnSpLocks/>
                  <a:stCxn id="54" idx="7"/>
                </p:cNvCxnSpPr>
                <p:nvPr/>
              </p:nvCxnSpPr>
              <p:spPr>
                <a:xfrm flipH="1">
                  <a:off x="295275" y="306610"/>
                  <a:ext cx="155163" cy="152495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D3833827-E61D-58CF-4BC1-FC6FBD8CB6AA}"/>
                  </a:ext>
                </a:extLst>
              </p:cNvPr>
              <p:cNvGrpSpPr/>
              <p:nvPr/>
            </p:nvGrpSpPr>
            <p:grpSpPr>
              <a:xfrm>
                <a:off x="960937" y="672962"/>
                <a:ext cx="347180" cy="347180"/>
                <a:chOff x="154101" y="255767"/>
                <a:chExt cx="347180" cy="347180"/>
              </a:xfrm>
            </p:grpSpPr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A1B7F332-8108-C2B6-D15A-A5E9D688766E}"/>
                    </a:ext>
                  </a:extLst>
                </p:cNvPr>
                <p:cNvSpPr/>
                <p:nvPr/>
              </p:nvSpPr>
              <p:spPr>
                <a:xfrm>
                  <a:off x="154101" y="255767"/>
                  <a:ext cx="347180" cy="3471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6EAFBC35-AE6C-A6E2-5292-E0FAF94DA8E9}"/>
                    </a:ext>
                  </a:extLst>
                </p:cNvPr>
                <p:cNvCxnSpPr>
                  <a:cxnSpLocks/>
                  <a:stCxn id="57" idx="7"/>
                </p:cNvCxnSpPr>
                <p:nvPr/>
              </p:nvCxnSpPr>
              <p:spPr>
                <a:xfrm flipH="1">
                  <a:off x="295275" y="306610"/>
                  <a:ext cx="155163" cy="152495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9E0413AA-A047-87C4-8AA0-EB3A8FC3A971}"/>
                  </a:ext>
                </a:extLst>
              </p:cNvPr>
              <p:cNvGrpSpPr/>
              <p:nvPr/>
            </p:nvGrpSpPr>
            <p:grpSpPr>
              <a:xfrm>
                <a:off x="1364355" y="672962"/>
                <a:ext cx="347180" cy="347180"/>
                <a:chOff x="154101" y="255767"/>
                <a:chExt cx="347180" cy="347180"/>
              </a:xfrm>
            </p:grpSpPr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FEC30151-17EA-1FFB-81BB-B30151B63C53}"/>
                    </a:ext>
                  </a:extLst>
                </p:cNvPr>
                <p:cNvSpPr/>
                <p:nvPr/>
              </p:nvSpPr>
              <p:spPr>
                <a:xfrm>
                  <a:off x="154101" y="255767"/>
                  <a:ext cx="347180" cy="3471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61" name="Straight Arrow Connector 60">
                  <a:extLst>
                    <a:ext uri="{FF2B5EF4-FFF2-40B4-BE49-F238E27FC236}">
                      <a16:creationId xmlns:a16="http://schemas.microsoft.com/office/drawing/2014/main" id="{1BA6F4D6-D1FA-7BF7-D0C7-8BBCE58B0C8D}"/>
                    </a:ext>
                  </a:extLst>
                </p:cNvPr>
                <p:cNvCxnSpPr>
                  <a:cxnSpLocks/>
                  <a:stCxn id="60" idx="7"/>
                </p:cNvCxnSpPr>
                <p:nvPr/>
              </p:nvCxnSpPr>
              <p:spPr>
                <a:xfrm flipH="1">
                  <a:off x="295275" y="306610"/>
                  <a:ext cx="155163" cy="152495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1813F9FD-1820-0A5F-199D-DAA21B58BB70}"/>
                  </a:ext>
                </a:extLst>
              </p:cNvPr>
              <p:cNvGrpSpPr/>
              <p:nvPr/>
            </p:nvGrpSpPr>
            <p:grpSpPr>
              <a:xfrm>
                <a:off x="1767773" y="672962"/>
                <a:ext cx="347180" cy="347180"/>
                <a:chOff x="154101" y="255767"/>
                <a:chExt cx="347180" cy="347180"/>
              </a:xfrm>
            </p:grpSpPr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23214EBC-E217-31F9-3B84-558083A0A3D6}"/>
                    </a:ext>
                  </a:extLst>
                </p:cNvPr>
                <p:cNvSpPr/>
                <p:nvPr/>
              </p:nvSpPr>
              <p:spPr>
                <a:xfrm>
                  <a:off x="154101" y="255767"/>
                  <a:ext cx="347180" cy="3471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64" name="Straight Arrow Connector 63">
                  <a:extLst>
                    <a:ext uri="{FF2B5EF4-FFF2-40B4-BE49-F238E27FC236}">
                      <a16:creationId xmlns:a16="http://schemas.microsoft.com/office/drawing/2014/main" id="{9DC1FCF0-7D48-9927-7BCB-C42352886FAF}"/>
                    </a:ext>
                  </a:extLst>
                </p:cNvPr>
                <p:cNvCxnSpPr>
                  <a:cxnSpLocks/>
                  <a:stCxn id="63" idx="7"/>
                </p:cNvCxnSpPr>
                <p:nvPr/>
              </p:nvCxnSpPr>
              <p:spPr>
                <a:xfrm flipH="1">
                  <a:off x="295275" y="306610"/>
                  <a:ext cx="155163" cy="152495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DF1CE833-21DF-FE75-4A48-BCF215688FE7}"/>
                  </a:ext>
                </a:extLst>
              </p:cNvPr>
              <p:cNvGrpSpPr/>
              <p:nvPr/>
            </p:nvGrpSpPr>
            <p:grpSpPr>
              <a:xfrm>
                <a:off x="2171191" y="672962"/>
                <a:ext cx="347180" cy="347180"/>
                <a:chOff x="154101" y="255767"/>
                <a:chExt cx="347180" cy="347180"/>
              </a:xfrm>
            </p:grpSpPr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D56B3AD4-1718-0923-ED5C-510D8728518C}"/>
                    </a:ext>
                  </a:extLst>
                </p:cNvPr>
                <p:cNvSpPr/>
                <p:nvPr/>
              </p:nvSpPr>
              <p:spPr>
                <a:xfrm>
                  <a:off x="154101" y="255767"/>
                  <a:ext cx="347180" cy="3471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67" name="Straight Arrow Connector 66">
                  <a:extLst>
                    <a:ext uri="{FF2B5EF4-FFF2-40B4-BE49-F238E27FC236}">
                      <a16:creationId xmlns:a16="http://schemas.microsoft.com/office/drawing/2014/main" id="{174EB28E-F7B0-0796-4D33-A05AF9D61042}"/>
                    </a:ext>
                  </a:extLst>
                </p:cNvPr>
                <p:cNvCxnSpPr>
                  <a:cxnSpLocks/>
                  <a:stCxn id="66" idx="7"/>
                </p:cNvCxnSpPr>
                <p:nvPr/>
              </p:nvCxnSpPr>
              <p:spPr>
                <a:xfrm flipH="1">
                  <a:off x="295275" y="306610"/>
                  <a:ext cx="155163" cy="152495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80A09577-39EB-C482-80AD-A53E29130213}"/>
                  </a:ext>
                </a:extLst>
              </p:cNvPr>
              <p:cNvGrpSpPr/>
              <p:nvPr/>
            </p:nvGrpSpPr>
            <p:grpSpPr>
              <a:xfrm>
                <a:off x="2581647" y="672962"/>
                <a:ext cx="347180" cy="347180"/>
                <a:chOff x="154101" y="255767"/>
                <a:chExt cx="347180" cy="347180"/>
              </a:xfrm>
            </p:grpSpPr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DA446B8D-5E41-B9D9-D1E0-6094D20A487A}"/>
                    </a:ext>
                  </a:extLst>
                </p:cNvPr>
                <p:cNvSpPr/>
                <p:nvPr/>
              </p:nvSpPr>
              <p:spPr>
                <a:xfrm>
                  <a:off x="154101" y="255767"/>
                  <a:ext cx="347180" cy="3471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70" name="Straight Arrow Connector 69">
                  <a:extLst>
                    <a:ext uri="{FF2B5EF4-FFF2-40B4-BE49-F238E27FC236}">
                      <a16:creationId xmlns:a16="http://schemas.microsoft.com/office/drawing/2014/main" id="{3C541747-226A-1DE8-7FC8-D92CC5B47663}"/>
                    </a:ext>
                  </a:extLst>
                </p:cNvPr>
                <p:cNvCxnSpPr>
                  <a:cxnSpLocks/>
                  <a:stCxn id="69" idx="7"/>
                </p:cNvCxnSpPr>
                <p:nvPr/>
              </p:nvCxnSpPr>
              <p:spPr>
                <a:xfrm flipH="1">
                  <a:off x="295275" y="306610"/>
                  <a:ext cx="155163" cy="152495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D8F1752-FEC6-9AEB-C5C2-9327DAAFFF90}"/>
                </a:ext>
              </a:extLst>
            </p:cNvPr>
            <p:cNvSpPr txBox="1"/>
            <p:nvPr/>
          </p:nvSpPr>
          <p:spPr>
            <a:xfrm>
              <a:off x="215389" y="910206"/>
              <a:ext cx="93463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Row 1</a:t>
              </a:r>
            </a:p>
            <a:p>
              <a:r>
                <a:rPr lang="en-GB" sz="2000" dirty="0"/>
                <a:t>Row 2</a:t>
              </a:r>
            </a:p>
            <a:p>
              <a:r>
                <a:rPr lang="en-GB" sz="2000" dirty="0"/>
                <a:t>…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DBE3A8A-F1D8-8080-7A3F-E7718F1D6A99}"/>
                </a:ext>
              </a:extLst>
            </p:cNvPr>
            <p:cNvSpPr txBox="1"/>
            <p:nvPr/>
          </p:nvSpPr>
          <p:spPr>
            <a:xfrm>
              <a:off x="4038764" y="910206"/>
              <a:ext cx="18612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= Home (NONE)</a:t>
              </a:r>
            </a:p>
            <a:p>
              <a:r>
                <a:rPr lang="en-GB" dirty="0"/>
                <a:t>= 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1182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80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</dc:creator>
  <cp:lastModifiedBy>Dan</cp:lastModifiedBy>
  <cp:revision>8</cp:revision>
  <dcterms:created xsi:type="dcterms:W3CDTF">2026-04-26T23:16:27Z</dcterms:created>
  <dcterms:modified xsi:type="dcterms:W3CDTF">2026-04-29T08:35:40Z</dcterms:modified>
</cp:coreProperties>
</file>